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Mozaika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EC0"/>
                </a:solidFill>
              </a:rPr>
              <a:t>Генератор мозаики для производства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Презентация для заказчика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О системе Mozaika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Загрузка изображения и автоматическая разбивка на ячейки мозаики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Палитра цветов (плитка и затирка), ограничение числа цветов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Сохранение проектов и версий генераций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Экспорт: PNG, JPEG, SVG, PDF, ведомости материалов, сетка для сборки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Роли: администратор, заказчик, просмотр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Шаг 1: Вход в систему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Откройте приложение в браузере. На экране входа введите логин и пароль.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Демо-аккаунты: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admin / admin123 — администратор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customer / customer123 — заказчик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viewer / viewer123 — только просмотр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После входа откроется главный экран с вкладками: Генерация, Проекты, Палитра, Настройки.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Шаг 2: Загрузка изображения</a:t>
            </a:r>
            <a:endParaRPr lang="en-US" sz="2800" dirty="0"/>
          </a:p>
        </p:txBody>
      </p:sp>
      <p:pic>
        <p:nvPicPr>
          <p:cNvPr id="3" name="Image 0" descr="C:\Users\mikedell\Mozaika\e2e\fixtures\sam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84048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118872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Перейдите на вкладку «Генерация».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Нажмите «Выбрать изображение» и загрузите фото или картинку — это будет исходник для мозаики.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Задайте размеры поля (мм), размер ячейки, зазоры и макс. число цветов. Выберите цвет затирки.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Шаг 3: Генерация мозаики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Нажмите кнопку «Сгенерировать мозаику».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Система подберёт цвета из палитры под каждую ячейку, посчитает сетку и покажет превью.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В превью доступны zoom, панорама и при необходимости замена цвета по всей мозаике (A → B).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Результат можно сохранить в проект как новую версию генерации.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Шаг 4: Проекты и сохранение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Вкладка «Проекты» — список ваших проектов. Можно создать новый проект или открыть существующий.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Внутри проекта хранятся версии генераций. Сохранённую генерацию можно загрузить обратно в студию и продолжить работу.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Доступны шаринг (ссылка на проект) и отправка предзаказа на согласование.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Шаг 5: Экспорт и печать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В блоке «Экспорт и печать» на вкладке «Генерация»: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PNG / JPEG / SVG / PDF — схема мозаики (DPI, легенда, зеркалирование)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Ведомость материалов (CSV/PDF) — цвет и количество чипов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Координатная сетка (CSV) — ряд/колонка для сборки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• Комплекты для укладки (assembly kit PDF) — разбивка по плиткам с нумерацией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Итог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Вход → Загрузка изображения → Генерация → Сохранение в проект → Экспорт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Спасибо за внимание.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Mozaika — как пользоваться системой</dc:title>
  <dc:subject>Инструкция для заказчика</dc:subject>
  <dc:creator>Mozaika</dc:creator>
  <cp:lastModifiedBy>Mozaika</cp:lastModifiedBy>
  <cp:revision>1</cp:revision>
  <dcterms:created xsi:type="dcterms:W3CDTF">2026-02-25T04:53:42Z</dcterms:created>
  <dcterms:modified xsi:type="dcterms:W3CDTF">2026-02-25T04:53:42Z</dcterms:modified>
</cp:coreProperties>
</file>